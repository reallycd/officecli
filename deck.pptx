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e91fe56bfbe4f56" /><Relationship Type="http://schemas.openxmlformats.org/package/2006/relationships/metadata/core-properties" Target="/docProps/core.xml" Id="Rd3013cdc77914c21" /><Relationship Type="http://schemas.openxmlformats.org/officeDocument/2006/relationships/extended-properties" Target="/docProps/app.xml" Id="R15a4f207c57d4817" /><Relationship Type="http://schemas.openxmlformats.org/officeDocument/2006/relationships/custom-properties" Target="/docProps/custom.xml" Id="Rba0aab1ea1b94c7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db900d5832a4e4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db900d5832a4e4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c2405250842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3a7bed3224c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d5b05f24a4f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ade14209e47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8c30e7bc94ce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7b64b25649549c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9774a0fe44c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Hello, World!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2026-07-17T18:15:28Z</dcterms:created>
  <cp:lastModifiedBy>OfficeCLI</cp:lastModifiedBy>
  <dcterms:modified xsi:type="dcterms:W3CDTF">2026-07-17T18:15:28Z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1.0.137</vt:lpwstr>
  </op:property>
  <op:property fmtid="{D5CDD505-2E9C-101B-9397-08002B2CF9AE}" pid="3" name="OfficeCLI.LastModified">
    <vt:lpwstr xmlns:vt="http://schemas.openxmlformats.org/officeDocument/2006/docPropsVTypes">2026-07-17T18:27:28Z</vt:lpwstr>
  </op:property>
</op:Properties>
</file>